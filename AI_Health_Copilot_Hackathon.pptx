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C387BEE-B1EF-3FE1-164A-A12FA75F11E5}">
          <p14:sldIdLst>
            <p14:sldId id="256"/>
            <p14:sldId id="257"/>
          </p14:sldIdLst>
        </p14:section>
        <p14:section name="Solution" id="{9616589F-7AB0-CEBE-BAD6-815727889EB2}">
          <p14:sldIdLst>
            <p14:sldId id="258"/>
            <p14:sldId id="259"/>
          </p14:sldIdLst>
        </p14:section>
        <p14:section name="Build" id="{B57AAC7B-198C-89D3-CB32-C1676AA73CFB}">
          <p14:sldIdLst>
            <p14:sldId id="260"/>
            <p14:sldId id="261"/>
            <p14:sldId id="262"/>
          </p14:sldIdLst>
        </p14:section>
        <p14:section name="Outlook" id="{842DE494-B0E7-44DF-796E-93FBCDDC3371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0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16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6"/>
                </a:solidFill>
              </a:rPr>
              <a:t>AI-Powered Personal Health Copilot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ai-powered-personal-health-copilot.onrender.com/api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Dharshini056/AI-POWERED-PERSONAL-HEALTH-COPILOT" TargetMode="External"/><Relationship Id="rId5" Type="http://schemas.openxmlformats.org/officeDocument/2006/relationships/image" Target="../media/image28.png"/><Relationship Id="rId4" Type="http://schemas.openxmlformats.org/officeDocument/2006/relationships/hyperlink" Target="https://ai-powered-personal-health-copilot-green.vercel.app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822960"/>
            <a:ext cx="4206240" cy="42062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651760"/>
            <a:ext cx="3108960" cy="310896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0"/>
              </a:scheme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713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HACKATHON PROJECT PRESENTATION  |  byteXL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Health Copilot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Making health information easier to access and organize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Presenter: [Your Name]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Team: [Team Name]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College: [College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Health Information Is Hard to Manage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64008" cy="2103120"/>
          </a:xfrm>
          <a:prstGeom prst="rect">
            <a:avLst/>
          </a:prstGeom>
          <a:solidFill>
            <a:schemeClr val="accent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898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Fragmented information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231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Health details are scattered across paper files, apps, messages and different providers.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64408" y="118872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4408" y="1325880"/>
            <a:ext cx="64008" cy="2103120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38988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38728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Difficult to access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538728" y="24231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Finding the right record or detail when it is needed can be slow and frustrating.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71616" y="118872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71616" y="1325880"/>
            <a:ext cx="64008" cy="2103120"/>
          </a:xfrm>
          <a:prstGeom prst="rect">
            <a:avLst/>
          </a:prstGeom>
          <a:solidFill>
            <a:schemeClr val="accent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38988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45936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No simple digital hub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345936" y="24231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People lack one accessible, easy-to-use place to view and organize their health information.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Result: a clear need for an accessible digital solution.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AI-Powered Personal Health Copilot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A web-based personal health assistance platform that helps users access and organize health-related information through a simple digital interface.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 journey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2316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6700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1. Open the web app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432" y="3154680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60320" y="242316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0040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67004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65176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2. Provide health information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3154680"/>
            <a:ext cx="201168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663440" y="242316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30352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267004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75488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3. Platform processes via API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154680"/>
            <a:ext cx="201168" cy="20116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766560" y="2423160"/>
            <a:ext cx="18288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740664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368" y="2670048"/>
            <a:ext cx="329184" cy="32918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85800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4. View organized information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251460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64008" cy="224028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98448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Web-based interface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Responsive React + Vite frontend accessible from a browser.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65960" cy="251460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0" y="1234440"/>
            <a:ext cx="64008" cy="224028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29844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3464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Health info access &amp; organization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283464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Core purpose: bring health-related information into one digital place.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965960" cy="251460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63440" y="1234440"/>
            <a:ext cx="64008" cy="224028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2984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3776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REST API backend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493776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Django REST Framework API serving the frontend.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965960" cy="251460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766560" y="1234440"/>
            <a:ext cx="64008" cy="2240280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129844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40880" y="1783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Live cloud deployment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7040880" y="233172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Frontend on Vercel, backend on Render, publicly accessible.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Planned features are listed separately as Future Enhancements (slide 10). Detailed functions are shown in the live demo.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82880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6459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7556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User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Browser / device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0" y="2468880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60320" y="1463040"/>
            <a:ext cx="182880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0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7556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Frontend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5176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React + Vite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Hosted on Vercel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89120" y="2468880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663440" y="1463040"/>
            <a:ext cx="182880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0352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7556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548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Backend API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75488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Django REST Framework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Hosted on Render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92240" y="2468880"/>
            <a:ext cx="2743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766560" y="1463040"/>
            <a:ext cx="1828800" cy="20116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06640" y="16459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75564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&amp; AI layer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Processing &amp; storage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(as implemented)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Requests flow from the browser to the React frontend, which calls the Django REST API over HTTPS; responses return the same way.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64008" cy="1143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07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FRONTEND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React + Vite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Fast, component-based UI with quick builds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64008" cy="11430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3480" y="1307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3"/>
                </a:solidFill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Django REST Framework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Robust, structured REST API development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64008" cy="1143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FRONTEND HOSTING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Vercel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Simple, fast deployment for the web 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26080"/>
            <a:ext cx="64008" cy="1143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3480" y="2953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5"/>
                </a:solidFill>
              </a:rPr>
              <a:t>BACKEND HOSTING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Render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Cloud hosting for the API service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&amp; Deployment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965960"/>
            <a:ext cx="749808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Design UI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React + Vite frontend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6916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Build API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Django REST endpoints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6916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1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Integrate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Frontend calls backend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6916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Deploy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Vercel + Render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35240" y="16916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35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Version control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Code on GitHub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2"/>
                </a:solidFill>
              </a:rPr>
              <a:t>Separate frontend and backend deployments keep the project modular and easy to update independently.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&amp; Impact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Easier access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Information available through one simple web interface.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778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Better organization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577840" y="1783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Reduces scattered, hard-to-find health details.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74320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0040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Always reachable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429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Cloud deployment means access from any browser.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2743200"/>
            <a:ext cx="402336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004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5778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Scalable foundation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577840" y="3429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Modular architecture ready for new features.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Limitations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863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Hackathon prototype: scope is limited to the current implementation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Not a medical device; does not replace professional medical advice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Production-grade privacy, security and compliance still to be strengthened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Hosting tier may cause slower first load of the backend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379476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Being transparent about limits shows a realistic path to improvement.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 (Planned, Not Yet Implemented)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920240" y="1298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chemeClr val="accent4"/>
                </a:solidFill>
              </a:rPr>
              <a:t>PLANNED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Authentication &amp; encryption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Secure accounts and data protection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4408" y="109728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27448" y="1298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chemeClr val="accent4"/>
                </a:solidFill>
              </a:rPr>
              <a:t>PLANNED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3493008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Report upload &amp; parsing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Import medical documents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71616" y="109728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12801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34656" y="1298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chemeClr val="accent4"/>
                </a:solidFill>
              </a:rPr>
              <a:t>PLANNED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6300216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Smart reminders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00216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Medication and appointment alerts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9718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920240" y="2990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chemeClr val="accent4"/>
                </a:solidFill>
              </a:rPr>
              <a:t>PLANNED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Wearable integration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Sync fitness &amp; vitals data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264408" y="278892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297180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727448" y="2990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chemeClr val="accent4"/>
                </a:solidFill>
              </a:rPr>
              <a:t>PLANNED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3493008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Multilingual support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3493008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Regional language access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071616" y="2788920"/>
            <a:ext cx="26060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dash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216" y="2971800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534656" y="2990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chemeClr val="accent4"/>
                </a:solidFill>
              </a:rPr>
              <a:t>PLANNED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6300216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Mobile app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300216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Native Android / iOS experience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&amp; Project Links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4813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984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Live Website</a:t>
            </a:r>
            <a:endParaRPr lang="en-US" sz="1300" dirty="0"/>
          </a:p>
        </p:txBody>
      </p:sp>
      <p:sp>
        <p:nvSpPr>
          <p:cNvPr id="7" name="Text 4">
            <a:hlinkClick r:id="rId4"/>
          </p:cNvPr>
          <p:cNvSpPr txBox="1"/>
          <p:nvPr/>
        </p:nvSpPr>
        <p:spPr>
          <a:xfrm>
            <a:off x="1417320" y="161848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https://ai-powered-personal-health-copilot-green.vercel.app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25328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35000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GitHub Repository</a:t>
            </a:r>
            <a:endParaRPr lang="en-US" sz="1300" dirty="0"/>
          </a:p>
        </p:txBody>
      </p:sp>
      <p:sp>
        <p:nvSpPr>
          <p:cNvPr id="12" name="Text 8">
            <a:hlinkClick r:id="rId6"/>
          </p:cNvPr>
          <p:cNvSpPr txBox="1"/>
          <p:nvPr/>
        </p:nvSpPr>
        <p:spPr>
          <a:xfrm>
            <a:off x="1417320" y="26700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https://github.com/Dharshini056/AI-POWERED-PERSONAL-HEALTH-COPILOT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29184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474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3584448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4015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Backend API</a:t>
            </a:r>
            <a:endParaRPr lang="en-US" sz="1300" dirty="0"/>
          </a:p>
        </p:txBody>
      </p:sp>
      <p:sp>
        <p:nvSpPr>
          <p:cNvPr id="17" name="Text 12">
            <a:hlinkClick r:id="rId8"/>
          </p:cNvPr>
          <p:cNvSpPr txBox="1"/>
          <p:nvPr/>
        </p:nvSpPr>
        <p:spPr>
          <a:xfrm>
            <a:off x="1417320" y="37216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chemeClr val="accent2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https://ai-powered-personal-health-copilot.onrender.com/api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822960"/>
            <a:ext cx="4206240" cy="42062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828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697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Questions &amp; Live Demo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[Presenter Name]  |  [Team Name]  |  [College Name]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Copilot">
  <a:themeElements>
    <a:clrScheme name="HealthCopilot">
      <a:dk1>
        <a:srgbClr val="0B1F33"/>
      </a:dk1>
      <a:lt1>
        <a:srgbClr val="FFFFFF"/>
      </a:lt1>
      <a:dk2>
        <a:srgbClr val="134E5E"/>
      </a:dk2>
      <a:lt2>
        <a:srgbClr val="EAF6F6"/>
      </a:lt2>
      <a:accent1>
        <a:srgbClr val="0EA5A4"/>
      </a:accent1>
      <a:accent2>
        <a:srgbClr val="2563EB"/>
      </a:accent2>
      <a:accent3>
        <a:srgbClr val="10B981"/>
      </a:accent3>
      <a:accent4>
        <a:srgbClr val="F59E0B"/>
      </a:accent4>
      <a:accent5>
        <a:srgbClr val="8B5CF6"/>
      </a:accent5>
      <a:accent6>
        <a:srgbClr val="64748B"/>
      </a:accent6>
      <a:hlink>
        <a:srgbClr val="2563EB"/>
      </a:hlink>
      <a:folHlink>
        <a:srgbClr val="8B5CF6"/>
      </a:folHlink>
    </a:clrScheme>
    <a:fontScheme name="HealthCopilot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On-screen Show (16:9)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HealthCopilot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Personal Health Copilot</dc:title>
  <dc:subject>PptxGenJS Presentation</dc:subject>
  <dc:creator>Team</dc:creator>
  <cp:lastModifiedBy>hema latha</cp:lastModifiedBy>
  <cp:revision>1</cp:revision>
  <dcterms:created xsi:type="dcterms:W3CDTF">2026-10-09T07:16:41Z</dcterms:created>
  <dcterms:modified xsi:type="dcterms:W3CDTF">2026-10-09T07:17:46Z</dcterms:modified>
</cp:coreProperties>
</file>